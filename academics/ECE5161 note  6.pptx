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CF2D-8762-4C28-B893-70DC4ADC96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96934E-0049-4D3C-A001-F90ECFABEA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29" y="712212"/>
            <a:ext cx="7766936" cy="857281"/>
          </a:xfrm>
        </p:spPr>
        <p:txBody>
          <a:bodyPr/>
          <a:lstStyle/>
          <a:p>
            <a:pPr algn="ctr"/>
            <a:r>
              <a:rPr lang="en-US" dirty="0" err="1" smtClean="0"/>
              <a:t>Cyberlaw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3736" y="2006221"/>
            <a:ext cx="7766936" cy="423080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is the set of rules that control how people use computers, networks, and the </a:t>
            </a:r>
            <a:r>
              <a:rPr lang="en-US" sz="2000" dirty="0" smtClean="0"/>
              <a:t>internet.</a:t>
            </a:r>
            <a:endParaRPr lang="en-US" sz="20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helps protect users from online threats, guides </a:t>
            </a:r>
            <a:r>
              <a:rPr lang="en-US" sz="2000"/>
              <a:t>how </a:t>
            </a:r>
            <a:r>
              <a:rPr lang="en-US" sz="2000" smtClean="0"/>
              <a:t>organizations </a:t>
            </a:r>
            <a:r>
              <a:rPr lang="en-US" sz="2000" dirty="0"/>
              <a:t>handle digital information, and ensures that digital activities are safe and legal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creates a safer online environment for individuals, businesses and governments.</a:t>
            </a: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0585"/>
          </a:xfrm>
        </p:spPr>
        <p:txBody>
          <a:bodyPr/>
          <a:lstStyle/>
          <a:p>
            <a:pPr algn="ctr"/>
            <a:r>
              <a:rPr lang="en-US" dirty="0"/>
              <a:t>Cyber Laws in Nigeria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5971"/>
            <a:ext cx="8596668" cy="4335392"/>
          </a:xfrm>
        </p:spPr>
        <p:txBody>
          <a:bodyPr/>
          <a:lstStyle/>
          <a:p>
            <a:pPr>
              <a:lnSpc>
                <a:spcPct val="200000"/>
              </a:lnSpc>
              <a:buAutoNum type="arabicPeriod"/>
            </a:pPr>
            <a:r>
              <a:rPr lang="en-US" dirty="0" smtClean="0"/>
              <a:t>Cybercrimes </a:t>
            </a:r>
            <a:r>
              <a:rPr lang="en-US" dirty="0"/>
              <a:t>(Prohibition, Prevention, etc.) Act, 2015 (Amended 2024</a:t>
            </a:r>
            <a:r>
              <a:rPr lang="en-US" dirty="0" smtClean="0"/>
              <a:t>)</a:t>
            </a:r>
            <a:endParaRPr lang="en-US" dirty="0" smtClean="0"/>
          </a:p>
          <a:p>
            <a:pPr>
              <a:lnSpc>
                <a:spcPct val="200000"/>
              </a:lnSpc>
              <a:buAutoNum type="arabicPeriod"/>
            </a:pPr>
            <a:r>
              <a:rPr lang="en-US" dirty="0"/>
              <a:t>Nigeria Data Protection Act (NDPA), </a:t>
            </a:r>
            <a:r>
              <a:rPr lang="en-US" dirty="0" smtClean="0"/>
              <a:t>2023</a:t>
            </a:r>
            <a:endParaRPr lang="en-US" dirty="0" smtClean="0"/>
          </a:p>
          <a:p>
            <a:pPr>
              <a:lnSpc>
                <a:spcPct val="200000"/>
              </a:lnSpc>
              <a:buAutoNum type="arabicPeriod"/>
            </a:pPr>
            <a:r>
              <a:rPr lang="en-US" dirty="0"/>
              <a:t>Nigerian Communications Act (NCA), </a:t>
            </a:r>
            <a:r>
              <a:rPr lang="en-US" dirty="0" smtClean="0"/>
              <a:t>2003</a:t>
            </a:r>
            <a:endParaRPr lang="en-US" dirty="0" smtClean="0"/>
          </a:p>
          <a:p>
            <a:pPr>
              <a:lnSpc>
                <a:spcPct val="200000"/>
              </a:lnSpc>
              <a:buAutoNum type="arabicPeriod"/>
            </a:pPr>
            <a:r>
              <a:rPr lang="en-US" dirty="0"/>
              <a:t>National Information Technology Development Agency (NITDA) Act, </a:t>
            </a:r>
            <a:r>
              <a:rPr lang="en-US" dirty="0" smtClean="0"/>
              <a:t>2007</a:t>
            </a:r>
            <a:endParaRPr lang="en-US" dirty="0" smtClean="0"/>
          </a:p>
          <a:p>
            <a:pPr>
              <a:lnSpc>
                <a:spcPct val="200000"/>
              </a:lnSpc>
              <a:buAutoNum type="arabicPeriod"/>
            </a:pPr>
            <a:r>
              <a:rPr lang="en-US" dirty="0"/>
              <a:t>Evidence Act, 2011 (Digital Evidence Provisions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Cybercrimes (Prohibition, Prevention, etc.) Act, 2015 (Amended 2024)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is </a:t>
            </a:r>
            <a:r>
              <a:rPr lang="en-US" dirty="0"/>
              <a:t>Nigeria’s primary legislation for fighting cybercrime. It </a:t>
            </a:r>
            <a:r>
              <a:rPr lang="en-US" dirty="0" err="1"/>
              <a:t>criminalises</a:t>
            </a:r>
            <a:r>
              <a:rPr lang="en-US" dirty="0"/>
              <a:t> a wide range of harmful online </a:t>
            </a:r>
            <a:r>
              <a:rPr lang="en-US" dirty="0" err="1"/>
              <a:t>behaviours</a:t>
            </a:r>
            <a:r>
              <a:rPr lang="en-US" dirty="0"/>
              <a:t> including hacking, phishing, cyberstalking, identity theft, ransomware and system interference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It grants law enforcement agencies the authority to investigate cyber offences and mandates service providers to retain certain data for investigative purposes.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Nigeria Data Protection Act (NDPA), 2023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7607"/>
            <a:ext cx="8596668" cy="455375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law governs the protection and processing of personal data in Nigeria.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ensures that </a:t>
            </a:r>
            <a:r>
              <a:rPr lang="en-US" dirty="0" err="1" smtClean="0"/>
              <a:t>organisations</a:t>
            </a:r>
            <a:r>
              <a:rPr lang="en-US" dirty="0" smtClean="0"/>
              <a:t> obtain consent before collecting personal information, and it regulates how such data is stored, processed, shared and transferred across borders.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The Act establishes the Nigeria Data Protection Commission (NDPC) to enforce compliance and protect citizens’ privacy rights.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Nigerian Communications Act (NCA), 2003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regulates </a:t>
            </a:r>
            <a:r>
              <a:rPr lang="en-US" dirty="0"/>
              <a:t>the telecommunications sector, which is central to Nigeria’s digital </a:t>
            </a:r>
            <a:r>
              <a:rPr lang="en-US" dirty="0" smtClean="0"/>
              <a:t>economy.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protects </a:t>
            </a:r>
            <a:r>
              <a:rPr lang="en-US" dirty="0"/>
              <a:t>consumers by regulating SIM registration, network quality, broadband access and the conduct of internet service providers.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ensures that communication services are safe, reliable and operate in accordance with national standards.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National Information Technology Development Agency (NITDA) Act, 2007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provides </a:t>
            </a:r>
            <a:r>
              <a:rPr lang="en-US" dirty="0"/>
              <a:t>Nigeria with a regulatory framework for IT development.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empowers NITDA to promote technological growth, issue IT standards and enforce cybersecurity guidelines in public and private institutions.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Act supports digital innovation, cloud adoption, e-government initiatives and the establishment of secure IT systems across sectors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Its scope includes IT policy formulation, cyber risk management and the coordination of national information technology </a:t>
            </a:r>
            <a:r>
              <a:rPr lang="en-US" dirty="0" err="1"/>
              <a:t>programmes</a:t>
            </a:r>
            <a:r>
              <a:rPr lang="en-US" dirty="0"/>
              <a:t>.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Evidence Act, 2011 (Digital Evidence Provisions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plays </a:t>
            </a:r>
            <a:r>
              <a:rPr lang="en-US" dirty="0"/>
              <a:t>an important role in cyber law by </a:t>
            </a:r>
            <a:r>
              <a:rPr lang="en-US" dirty="0" smtClean="0"/>
              <a:t>recognizing </a:t>
            </a:r>
            <a:r>
              <a:rPr lang="en-US" dirty="0"/>
              <a:t>electronic evidence as admissible in court.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allows digital materials such as emails, text messages, CCTV footage, computer logs and electronically generated documents to be used in legal proceedings.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Act provides guidelines for authenticating digital evidence, making it essential for prosecuting cybercrime and resolving technology-related disputes.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2861</Words>
  <Application>WPS Presentation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Wingdings 3</vt:lpstr>
      <vt:lpstr>Symbol</vt:lpstr>
      <vt:lpstr>Arial</vt:lpstr>
      <vt:lpstr>Trebuchet MS</vt:lpstr>
      <vt:lpstr>Microsoft YaHei</vt:lpstr>
      <vt:lpstr>Arial Unicode MS</vt:lpstr>
      <vt:lpstr>Calibri</vt:lpstr>
      <vt:lpstr>Facet</vt:lpstr>
      <vt:lpstr>Cyberlaw</vt:lpstr>
      <vt:lpstr>Cyber Laws in Nigeria</vt:lpstr>
      <vt:lpstr>Cybercrimes (Prohibition, Prevention, etc.) Act, 2015 (Amended 2024)</vt:lpstr>
      <vt:lpstr>Nigeria Data Protection Act (NDPA), 2023</vt:lpstr>
      <vt:lpstr>Nigerian Communications Act (NCA), 2003</vt:lpstr>
      <vt:lpstr>National Information Technology Development Agency (NITDA) Act, 2007</vt:lpstr>
      <vt:lpstr>Evidence Act, 2011 (Digital Evidence Provisions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Cyberlaw</dc:title>
  <dc:creator>User</dc:creator>
  <cp:lastModifiedBy>WRLD KING</cp:lastModifiedBy>
  <cp:revision>9</cp:revision>
  <dcterms:created xsi:type="dcterms:W3CDTF">2025-11-24T18:28:00Z</dcterms:created>
  <dcterms:modified xsi:type="dcterms:W3CDTF">2026-01-17T14:03:39Z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1AECA329FF384379A9C6C08437398D49_12</vt:lpwstr>
  </property>
  <property fmtid="{D5CDD505-2E9C-101B-9397-08002B2CF9AE}" pid="3" name="KSOProductBuildVer">
    <vt:lpwstr>1033-12.2.0.21931</vt:lpwstr>
  </property>
</Properties>
</file>